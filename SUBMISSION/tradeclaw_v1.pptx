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88609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8956166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1467413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72134615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426639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047606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6619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55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659115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15872-8463-7CFE-1042-D13683D65C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5F271E-5D7F-5145-67DD-419DDA3103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299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9526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098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3289C7-18DA-62DA-A1D2-B5B006ACA7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300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821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372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0BE9D-7948-D341-E673-EB83286BEF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2889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5816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9424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D871B7-77C3-9620-D72C-5436DD0171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937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8055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665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FDD3CA-89C7-CF3B-3AAB-51A10DCE7A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72287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7432366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5073034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8619621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129585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1006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5920234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9142697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9005804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94438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13875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086129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0124181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72055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264995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9476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0647894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7529889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9210605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4326782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855847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77367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6476932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1254127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8239209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2388154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8245761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99992778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741153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9467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13726516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39435786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4632696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8855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9339798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7945629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6405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84760927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568667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648068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376930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082324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87341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3878523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2232635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5530690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803627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832528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725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4127391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469486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182833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44090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3144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4027993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608668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615544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76350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32231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1521566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0399351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70408953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121429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08547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tradeclaw</a:t>
            </a:r>
            <a:endParaRPr sz="6000"/>
          </a:p>
        </p:txBody>
      </p:sp>
      <p:sp>
        <p:nvSpPr>
          <p:cNvPr id="1331866190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EasyA Concensus HK Hackathon 2026</a:t>
            </a:r>
            <a:endParaRPr sz="2400"/>
          </a:p>
          <a:p>
            <a:pPr>
              <a:defRPr/>
            </a:pPr>
            <a:r>
              <a:rPr lang="en-US"/>
              <a:t>Eric Chan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536085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/>
          <a:lstStyle>
            <a:lvl1pPr>
              <a:defRPr sz="6000"/>
            </a:lvl1pPr>
          </a:lstStyle>
          <a:p>
            <a:pPr>
              <a:defRPr/>
            </a:pP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OpenClaw </a:t>
            </a: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</a:t>
            </a: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Crypto Trading Intellegence </a:t>
            </a: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using Coingecko</a:t>
            </a:r>
            <a:endParaRPr/>
          </a:p>
        </p:txBody>
      </p:sp>
      <p:sp>
        <p:nvSpPr>
          <p:cNvPr id="174886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898320" name="Title 1"/>
          <p:cNvSpPr>
            <a:spLocks noGrp="1"/>
          </p:cNvSpPr>
          <p:nvPr>
            <p:ph type="title"/>
          </p:nvPr>
        </p:nvSpPr>
        <p:spPr bwMode="auto">
          <a:xfrm>
            <a:off x="838199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 AI agent which has access to crypto trading datasets</a:t>
            </a: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provides alert monitor, trading momentum scanner and answer pricing data</a:t>
            </a:r>
            <a:endParaRPr/>
          </a:p>
        </p:txBody>
      </p:sp>
      <p:sp>
        <p:nvSpPr>
          <p:cNvPr id="2959964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/>
              <a:t>Description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631481" name="Title 1"/>
          <p:cNvSpPr>
            <a:spLocks noGrp="1"/>
          </p:cNvSpPr>
          <p:nvPr>
            <p:ph type="title"/>
          </p:nvPr>
        </p:nvSpPr>
        <p:spPr bwMode="auto">
          <a:xfrm>
            <a:off x="838199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5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Dashboard is not feasible to check on phone. </a:t>
            </a:r>
            <a:br>
              <a:rPr/>
            </a:br>
            <a:endParaRPr lang="en-GB" sz="5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5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OpenClaw demostrated general public is happy about interact an AI agent through mobile messenger app.</a:t>
            </a:r>
            <a:endParaRPr/>
          </a:p>
        </p:txBody>
      </p:sp>
      <p:sp>
        <p:nvSpPr>
          <p:cNvPr id="2859363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Problem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768978" name="Title 1"/>
          <p:cNvSpPr>
            <a:spLocks noGrp="1"/>
          </p:cNvSpPr>
          <p:nvPr>
            <p:ph type="title"/>
          </p:nvPr>
        </p:nvSpPr>
        <p:spPr bwMode="auto">
          <a:xfrm>
            <a:off x="838199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Crypto trading data is presented as chats via AI agent, </a:t>
            </a: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instead of interacting with dashboard. </a:t>
            </a: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(echo with a trend talked by one of the Concensus stage speaker).</a:t>
            </a:r>
            <a:endParaRPr/>
          </a:p>
        </p:txBody>
      </p:sp>
      <p:sp>
        <p:nvSpPr>
          <p:cNvPr id="6389796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Solution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638204" name="Title 1"/>
          <p:cNvSpPr>
            <a:spLocks noGrp="1"/>
          </p:cNvSpPr>
          <p:nvPr>
            <p:ph type="title"/>
          </p:nvPr>
        </p:nvSpPr>
        <p:spPr bwMode="auto">
          <a:xfrm>
            <a:off x="838199" y="2333789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Based on HKUDS/nanobot, which is a lightweight version of OpenClaw / Moltbot. </a:t>
            </a:r>
            <a:b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en-GB" sz="49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Wrap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ped</a:t>
            </a: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functionalities </a:t>
            </a: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subagents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methodologies </a:t>
            </a:r>
            <a:r>
              <a:rPr lang="en-GB" sz="49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 agent skills.</a:t>
            </a:r>
            <a:endParaRPr lang="en-GB" sz="49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537066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Tech descriptions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0347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5213514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br>
              <a:rPr/>
            </a:br>
            <a:r>
              <a:rPr lang="en-US" sz="2400" b="0" i="0" u="none" strike="noStrike" cap="none" spc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rPr>
              <a:t>Links </a:t>
            </a:r>
            <a:endParaRPr/>
          </a:p>
        </p:txBody>
      </p:sp>
      <p:graphicFrame>
        <p:nvGraphicFramePr>
          <p:cNvPr id="1232137315" name=""/>
          <p:cNvGraphicFramePr>
            <a:graphicFrameLocks xmlns:a="http://schemas.openxmlformats.org/drawingml/2006/main"/>
          </p:cNvGraphicFramePr>
          <p:nvPr/>
        </p:nvGraphicFramePr>
        <p:xfrm>
          <a:off x="838199" y="1161311"/>
          <a:ext cx="8127999" cy="1076870"/>
        </p:xfrm>
        <a:graphic>
          <a:graphicData uri="http://schemas.openxmlformats.org/drawingml/2006/table">
            <a:tbl>
              <a:tblPr firstRow="0" firstCol="0" lastRow="0" lastCol="0" bandRow="1" bandCol="0">
                <a:tableStyleId>{5940675A-B579-460E-94D1-54222C63F5DA}</a:tableStyleId>
              </a:tblPr>
              <a:tblGrid>
                <a:gridCol w="2340000"/>
                <a:gridCol w="8162899"/>
              </a:tblGrid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GitHub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GB" sz="2600" b="0" i="0" u="none" strike="noStrike" cap="none" spc="0">
                          <a:solidFill>
                            <a:schemeClr val="dk1"/>
                          </a:solidFill>
                          <a:latin typeface="Adwaita Mono"/>
                          <a:ea typeface="Adwaita Mono"/>
                          <a:cs typeface="Adwaita Mono"/>
                        </a:rPr>
                        <a:t>https://github.com/errchh/tradeclaw/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Linkedin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https://www.linkedin.com/in/ericchanwork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X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@riceandcha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1305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Mastodon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2600">
                          <a:latin typeface="Adwaita Mono"/>
                          <a:ea typeface="Adwaita Mono"/>
                          <a:cs typeface="Adwaita Mono"/>
                        </a:rPr>
                        <a:t>@riceandcha@fosstodon.org</a:t>
                      </a:r>
                      <a:endParaRPr sz="2600">
                        <a:latin typeface="Adwaita Mono"/>
                        <a:cs typeface="Adwaita Mono"/>
                      </a:endParaRPr>
                    </a:p>
                  </a:txBody>
                  <a:tcPr>
                    <a:lnT w="12699" algn="ctr">
                      <a:solidFill>
                        <a:srgbClr val="00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2026-02-12T01:26:26Z</dcterms:modified>
</cp:coreProperties>
</file>